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109728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Disaster Response Coordination Platform</a:t>
            </a:r>
          </a:p>
          <a:p>
            <a:pPr>
              <a:spcBef>
                <a:spcPts val="1600"/>
              </a:spcBef>
              <a:defRPr sz="2000">
                <a:solidFill>
                  <a:srgbClr val="CBD5E1"/>
                </a:solidFill>
              </a:defRPr>
            </a:pPr>
            <a:r>
              <a:t>Emergency Logistics Command: Geospatial Resource Dispatch, Demand Matching &amp; Allocation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9D8F"/>
                </a:solidFill>
              </a:defRPr>
            </a:pPr>
            <a:r>
              <a:t>Tech Stack: Streamlit • SQLAlchemy • SQLite • Folium • OpenStreetMap • 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PROBLEM &amp; CONTEXT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The Emergency Coordination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Crisis Chaos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During natural disasters (wildfires, earthquakes, floods), relief agencies struggle with fragmented information, unverified requests, and supply mismatches.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Critical Shortages vs Unused Surpluses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Without centralized coordination, some shelters face life-threatening deficits while neighboring staging depots hold idle inventory.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The Requirement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 lightweight, robust, zero-configuration coordination platform that tracks incident perimeters, logs staging supplies, triages urgent field needs, and enforces mathematically sound allocation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TECHNOLOGY SELECTION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Technology Stack: What We Used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23160" cy="109728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Streamlit (Frontend)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Rapid operational interface development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Pure Python-native state reactivity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Built-in multi-page routing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Native integration with Pandas &amp; Folium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Zero complex JavaScript build tooling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5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7015" y="1828800"/>
            <a:ext cx="2423160" cy="1097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SQLite (Database)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File-based, zero-server configuration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Highly portable (single .db file)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Resilient for offline or edge deployments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ACID-compliant transactional guarantees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Zero cloud or DB hosting overhead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1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SQLAlchemy (ORM)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Declarative domain modeling with UUIDs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Strict foreign key &amp; cascade enforcement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Decoupled from SQL dialect (Postgres-ready)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Scoped get_db() session transactions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Clean separation between DB &amp; business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2247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42247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Folium / OSM (Maps)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100% Free OpenStreetMap &amp; Satellite tiles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No API keys or credit card requirements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Interactive threat radius perimeters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Custom icon markers for needs &amp; supplies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Fast client-side Leaflet rendering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Three-Tier Decoupled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1. Presentation Layer (Streamlit Pages)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Consists of 6 dedicated consoles: 1_Dashboard, 2_Manage_Disasters, 3_Resources, 4_Needs, 5_Allocations, and 6_Status. Contains zero raw database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2. Business Logic Layer (logic/)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Independent pure Python modules (disasters.py, resources.py, needs.py, allocations.py, alerts.py). Houses the validate_allocation() pure validation engine and automated calling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3. Persistence Layer (database/)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SQLAlchemy models with UUID primary keys and scoped session management (connection.py, models.py, init_db.py). Enforces database constraints and cascade deletions.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DATA MODELING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SQLAlchemy Models (UUID Primary Keys)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23160" cy="109728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Disaster Model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id: UUID (Primary Key)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name: String (Incident title)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type: Wildfire, Flood, Earthquake, etc.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severity: Integer (Scale 1 to 5)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status: ongoing / contained / resolved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latitude, longitude, description, created_at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5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7015" y="1828800"/>
            <a:ext cx="2423160" cy="1097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Resource Model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id: UUID (Primary Key)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disaster_id: Foreign Key (Disaster)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type: Medical, Food/Water, Rescue, etc.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quantity: Total staged units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available: Currently unallocated units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provider: Red Cross, FEMA, Fire Dept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latitude, longitude,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1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ResourceNeed Model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id: UUID (Primary Key)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disaster_id: Foreign Key (Disaster)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type: Matches resource category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quantity_needed: Requested units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urgency: Priority scale (1 to 5)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status: pending / partial / fulfilled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latitude, longitude, created_at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2247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42247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Allocation Model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id: UUID (Primary Key)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need_id: Foreign Key (ResourceNeed)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resource_id: Foreign Key (Resource)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quantity_allocated: Dispatched units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created_at: Immutable audit timestamp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Bidirectional relationship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BUSINESS INTEGRITY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Allocation Validation Engine (Pure Function)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Rule 1: Strict Category Matching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Resources can only be allocated to a need of the exact same category (e.g., Food &amp; Water cannot fulfill Medical Supplies).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Rule 2: Positive Quantity Constraint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Allocation attempts with zero or negative quantities are immediately rejected with descriptive error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Rule 3: Inventory Availability Cap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Allocations cannot exceed the provider's current unallocated inventory (quantity_to_allocate &lt;= resource.available).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612648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612648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26364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Rule 4: Demand Boundary Cap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Prevents over-allocation past the remaining unsatisfied requirement of the need.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758952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758952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772668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Rule 5: Atomic State Progression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Decrements resource.available, logs an immutable Allocation record, and advances need.status to 'partial' or 'fulfilled'. Pure function validate_allocation() has 100% test isolation.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REAL-TIME ALERTS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Emergency Dispatch &amp; Calling Alert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Automated Triggers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Automatically triggered when high-severity disasters (Severity 4-5) or critical medical emergencies (Urgency 4-5) are posted.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Dual Mode Operation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• Mock Mode (Default): Simulates voice call &amp; SMS dispatch to emergency coordinators with timestamped audit logs without third-party fees.</a:t>
            </a:r>
            <a:br/>
            <a:r>
              <a:t>• Live Mode: Directly dispatches SMS/calls via Twilio REST API and posts JSON payloads to external Webhooks (PagerDuty/Slack).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Field Visibility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Dispatch log console in the UI lets commanders monitor outgoing calls, target telephone numbers, and delivery statuses.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USER EXPERIENCE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Consolidated Incident Response Consoles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23160" cy="109728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Dashboard &amp; Map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4 real-time KPI metric cards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Live OpenStreetMap geospatial map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Incident danger perimeters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Searchable disaster 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5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7015" y="1828800"/>
            <a:ext cx="2423160" cy="1097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Manage Disasters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Incident declaration form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Quick coordinate city presets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Severity slider (1 to 5)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Lifecycle containment status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1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Resources &amp; Needs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Staging intake by provider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Real-time availability tracking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Urgent shortage triage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Color-coded urgency badges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2247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42247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Allocations &amp; Status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Pure validation pre-check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Real-time mismatch prevention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Per-disaster surplus/deficit balance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Complete audit transaction ledger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TESTING &amp; QUALITY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Comprehensive Test Suite (23/23 Passing)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Phase 1 Tests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Database schema generation, SQLite UUID primary keys, foreign key constraints, cascade deletions, and database seeding.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Phase 2-5 Tests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Disaster queries, resource metrics, urgent need sorting, coordinate boundaries, and lifecycle status transitions.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91440" cy="1280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Phase 6-7 Tests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Comprehensive test cases for validate_allocation() covering all failure modes (type mismatch, zero/negative, over-allocation) and live balance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6126480"/>
            <a:ext cx="103601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6126480"/>
            <a:ext cx="9144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26364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Execution Speed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All 23 unit/integration tests run in ~2.3 seconds with Pytest, providing 100% confidence before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ROADMAP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System Limitations &amp; Concrete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23160" cy="109728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Known Limitations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SQLite write serialization under heavy concurrency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Distance-agnostic supply matching (visualized but not automated)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• Unified permissions without role-based access control (RBAC)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5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7015" y="1828800"/>
            <a:ext cx="2423160" cy="1097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Future Improvement 1: OSRM Routing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Integrate Open Source Routing Machine (OSRM) to calculate road travel times between staging depots and incidents to auto-rank closest supplies.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1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Future Improvement 2: PostGIS Database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Migrate from SQLite to PostgreSQL + PostGIS for spatial queries (ST_DWithin) and multi-agency high-concurrency writes.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2247" y="182880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42247" y="1828800"/>
            <a:ext cx="2423160" cy="10972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205740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Future Improvement 3: Offline PWA Sync</a:t>
            </a:r>
          </a:p>
          <a:p>
            <a:pPr>
              <a:spcBef>
                <a:spcPts val="500"/>
              </a:spcBef>
              <a:defRPr sz="1150">
                <a:solidFill>
                  <a:srgbClr val="64748B"/>
                </a:solidFill>
              </a:defRPr>
            </a:pPr>
            <a:r>
              <a:t>Enable progressive web app offline caching for first responders in field zones with intermittent cell connectivity.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109728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Bef>
                <a:spcPts val="1600"/>
              </a:spcBef>
              <a:defRPr sz="2000">
                <a:solidFill>
                  <a:srgbClr val="CBD5E1"/>
                </a:solidFill>
              </a:defRPr>
            </a:pPr>
            <a:r>
              <a:t>Disaster Response Coordination Platform •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9D8F"/>
                </a:solidFill>
              </a:defRPr>
            </a:pPr>
            <a:r>
              <a:t>GitHub Repository: https://github.com/Krissss0001/disaster-management-system-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